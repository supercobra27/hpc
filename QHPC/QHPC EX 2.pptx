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1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D42C-D790-E34C-7787-F01F3F6C3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E28B8-D45D-4398-5D6C-46DD62AC8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5C29-B3AC-1282-2B83-AEE07400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69DD-FE27-4C43-68A4-DDB62ADA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4E800-5560-0FA6-4827-C7C69BA8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67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AE80-BBCD-4492-A0C6-058374F6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A1B8-B3CE-2F31-5A25-37DA35909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A66D-23A8-56CA-7314-2F460413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2C987-4884-28A3-0F44-C7C88743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DB15-5AB4-18F5-AB2A-CDCAFE0B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903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8817-7F8F-FA7C-E74C-C9798B71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9C861-1BC1-8E84-FED5-586D14D6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92470-4D83-2E36-E057-C7BAE27C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13D60-0A5B-EEA6-A54F-0F230130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FDC92-139C-65D9-BB1B-1447561B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51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F1A9-F7C6-89D4-9654-EBF891DF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C643-5ACF-9FD2-73D7-D53E3E3A7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673DD-DE86-2703-0C88-3786FA2DA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4A2D6-C909-4C80-8919-4182AB7E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912DB-DD28-EBB4-874D-A455A649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DC0D3-0B5E-A736-86FF-EA94C062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982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9FB2-372B-66C1-3ADD-C63678D6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2D23F-FFC8-0545-3FB8-BCDC08FCA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4D914-C5C9-63CB-981B-78639E569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9A56B-C534-A3C3-E47F-3EC404680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410BD-82B7-0D12-DA9C-593337733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9A815-67A8-0745-19D1-CB0C45F9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D0E0A-9320-8793-AA66-63F41413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88C6B-7A24-9864-2829-E85551AE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11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0B6A-FC3C-8F89-5221-00FF6F25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3D81C-0FAE-56C6-6F51-B59BC38A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90140-1A12-0A8A-8EFB-5359E4D7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7BCB4-8C23-9E80-2674-15FCAFCA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979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0A63C-0B06-651D-3E07-8169E065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5C2DA-BD89-F81C-2429-CA238D5E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EB906-1E1B-B15C-352E-388910BB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431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CBF7-30B7-EBEB-3242-BA71D6D4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1FE3F-B8EB-DC40-4AC8-FF8E0C5B4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BC479-FD42-F961-89EB-FA19E413E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00294-1144-7626-7DD7-76327D6C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22703-7A3F-299A-26FB-7AC8D7A5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E8D7E-01F9-ED58-9F7F-EA6A7C8D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96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02F4-99FB-B468-93CC-51CDDE4BD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CB016-6041-39E1-8722-2DBA56BD9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51DE2-DB49-DCD2-2571-04F5D6340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8DD06-0E30-A9F6-ED27-843EBBB1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212F7-9A0D-B831-35A5-25D172D8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CF9A7-24B2-6567-91A7-B4E211C6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357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A07B-D58E-1108-58E5-12DB148F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5B04B-60B4-08BE-D526-F2EDA8D08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54E56-B59C-691A-1CB1-FA543FF8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B18FC-C1A0-36B1-65E4-5B9D8816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94F2F-0DF8-736F-31C9-3B70A1B0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150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CF2AB-8179-DB45-75EC-DFB3D4CB4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00793-A2B0-68A6-13B7-8D2ADEF8C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B18F7-0EAD-29DB-84BB-EC975047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7A57B-E49D-D395-5F9E-9AB5341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DBFD8-BF57-28E3-760D-216E0947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56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6F236-1DBE-F4DF-63BF-28C8166B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C2825-FBE8-222F-34A6-DE80C7B8B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6286-1924-A25A-DF1B-FAB98B106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CF69F-0EF5-42E9-9BF9-93CE90B2925E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48818-8770-C82C-DBD4-B84642903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4A11B-DCB0-9B5D-FF8F-44CD1EE89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B82ED-4454-4ADF-AA0C-0700719FC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70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8B6F-15F1-0D59-BD14-62631A01E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QHPC EX 2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96291-A564-F5BD-D19B-5EA4B705AA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Ryan Silverberg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699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882E-AA5B-A882-B15A-E6B2A39B2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Interconnection Networks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EC08F-6B06-6532-8371-A6C41D2EF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81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C5EE-C731-F2AF-7FFF-7B958FC6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domains do we care about?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DDC4-FCE6-1C52-E13B-C1050D34A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588BC-F018-558D-0CEB-A0C622602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2186781"/>
            <a:ext cx="57721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7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4332-F390-7E5A-7388-F3502A43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	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5C5F-E0F0-E176-3AED-66F0B17B0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Links: Communication channels that carry signals</a:t>
            </a:r>
          </a:p>
          <a:p>
            <a:r>
              <a:rPr lang="en-US" dirty="0"/>
              <a:t>Switches: Connect input/output</a:t>
            </a:r>
          </a:p>
          <a:p>
            <a:r>
              <a:rPr lang="en-US" dirty="0"/>
              <a:t>Route: Sequences of links a message follows</a:t>
            </a:r>
          </a:p>
          <a:p>
            <a:r>
              <a:rPr lang="en-US" dirty="0"/>
              <a:t>Network: Modeled with a graph</a:t>
            </a:r>
          </a:p>
          <a:p>
            <a:r>
              <a:rPr lang="en-US" dirty="0"/>
              <a:t>Topology: Physical interconnect structure of network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6376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C5ED4-9A68-1A68-4AC4-6F2C45F5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66EA-B1AC-8542-A678-0C039DD2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	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8FE2-F768-4285-A597-871F075EB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Topology – What</a:t>
            </a:r>
          </a:p>
          <a:p>
            <a:r>
              <a:rPr lang="en-US" dirty="0"/>
              <a:t>Routing Algorithm – Which</a:t>
            </a:r>
          </a:p>
          <a:p>
            <a:r>
              <a:rPr lang="en-US" dirty="0"/>
              <a:t>Switching Strategy – How</a:t>
            </a:r>
          </a:p>
          <a:p>
            <a:r>
              <a:rPr lang="en-US" dirty="0"/>
              <a:t>Flow Control – When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786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AC1C-6965-A17E-84A5-938FD9C8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most important things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89E69-6142-5450-C323-FA516ED7C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Latency</a:t>
            </a:r>
          </a:p>
          <a:p>
            <a:endParaRPr lang="en-US" dirty="0"/>
          </a:p>
          <a:p>
            <a:r>
              <a:rPr lang="en-US" dirty="0"/>
              <a:t>Bandwidth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46561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F219-48C4-7D18-D318-0070ECB9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Network Topologies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98C4-1043-04E2-E455-F66B4E77B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Orthogonal Topologies, has at least one link crossing each dimension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43037-7F34-729D-37CB-ED2B111A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16" y="2906368"/>
            <a:ext cx="5981156" cy="2215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70EB29-244A-0E13-8BB1-D8429F8F7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7" y="2893672"/>
            <a:ext cx="3875314" cy="224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2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8C00-0022-FE8C-CCEC-0421A8BA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 Tree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8764-5A20-901C-018D-888BCFB65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67DF4-DB3C-E458-5E5F-D2B8D5621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96" y="2205037"/>
            <a:ext cx="6421007" cy="359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6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8FE9-7BF9-0AD8-A123-94B44EF8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Dragonfly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17CC-6D94-486B-9951-EB1DB7F7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Routers, Groups, Systems, Indirect Network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EDC72-15DB-722A-0190-E43E54C88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383" y="2823935"/>
            <a:ext cx="8750432" cy="235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3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34E3-42A4-B022-D351-17F2415B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Dragonfly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EC2B-7281-B1BF-107C-DEED6075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F9736-CB2F-0C59-3F8E-59ED9C28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896" y="2128156"/>
            <a:ext cx="5576207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8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70EE-FBA7-ACEB-2158-17138821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Dragonfly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A3A0-86DB-F566-6660-091154D77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4,2,2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4D1C7-B7E1-BF4A-1708-A96FDF46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917" y="1825625"/>
            <a:ext cx="5574166" cy="49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9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EC10-B118-AEB3-05F9-D04F83A1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connect?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9893B-6476-BFDC-986F-6159B878B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204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96F4-06FB-40CC-4D97-C029A4BD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A8C1-D69D-968D-F317-218462D5E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AE6C0-8CA8-9B1E-EB6C-3FE26CA5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671" y="1394619"/>
            <a:ext cx="3829050" cy="4886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3A2F1-963F-2385-6531-CE7BCBB70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96" y="2539206"/>
            <a:ext cx="3457575" cy="2924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624C17-689E-3214-7650-328FC730C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721" y="2720182"/>
            <a:ext cx="42100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3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0B55-8286-2A54-5CFA-A67DE0DA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6F38A-5002-8BBA-2412-C5A3E62E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inputs</a:t>
            </a:r>
          </a:p>
          <a:p>
            <a:r>
              <a:rPr lang="en-US" dirty="0"/>
              <a:t>M outputs</a:t>
            </a:r>
          </a:p>
          <a:p>
            <a:r>
              <a:rPr lang="en-US" dirty="0"/>
              <a:t>Cost is O(NM)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917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C642-232D-04B2-9291-9098ED9C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1571-2DD4-2136-ACC1-2E16780D0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inputs</a:t>
            </a:r>
          </a:p>
          <a:p>
            <a:r>
              <a:rPr lang="en-US" dirty="0"/>
              <a:t>M outputs</a:t>
            </a:r>
          </a:p>
          <a:p>
            <a:r>
              <a:rPr lang="en-US" dirty="0"/>
              <a:t>G stages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B2E1A-83A6-035C-7CAF-BF7BDBCFD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182019"/>
            <a:ext cx="54292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7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38B2-3AE0-3C8F-7BC1-034B523D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Butterfly Permutation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32D8-645F-841B-A0EF-CF691B9A3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Interchanges the zeroth and </a:t>
            </a:r>
            <a:r>
              <a:rPr lang="en-US" dirty="0" err="1"/>
              <a:t>ith</a:t>
            </a:r>
            <a:r>
              <a:rPr lang="en-US" dirty="0"/>
              <a:t> digits of index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2CD5-ACDB-0584-22D6-11DC58F6D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2578100"/>
            <a:ext cx="80295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4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C120-10B9-BC59-89B1-3FC2B51B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Permutation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667E-CE0B-C35C-8EBC-4820A805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Complements the </a:t>
            </a:r>
            <a:r>
              <a:rPr lang="en-US" dirty="0" err="1"/>
              <a:t>ith</a:t>
            </a:r>
            <a:r>
              <a:rPr lang="en-US" dirty="0"/>
              <a:t> bits of the index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64C30-7CC1-449B-AE4B-4D8F7F82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2187575"/>
            <a:ext cx="8153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5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23B6-59A4-EEAF-A5D8-D2D41D86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Permutation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698E-E410-A95F-861C-D5576884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cyclic shift of the i+1 least sig digits in the index to the right for one position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E57E55-5865-90EF-80F5-E05F7EAA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2606675"/>
            <a:ext cx="802005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02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6F22-C00A-41ED-435F-08D47990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BMIN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10E6-4DB1-00BA-9927-ACFB5AD5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1BA16-A144-245B-B833-AAE0F7286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99" y="2565116"/>
            <a:ext cx="8438402" cy="287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28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2B4B-9063-CAAD-62C6-60C0C0F3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C1F01-7894-6FDA-D4FE-BB37AD0C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5525A-95C2-3CFE-0E98-E41FC3F4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88" y="1785938"/>
            <a:ext cx="76962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61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E25D-80BF-26EB-5D1C-CA520DB4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Benes Networks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E60E6-737E-F4F9-CF15-933B9018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B5715-DD56-A9CB-C611-1518FA52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2048669"/>
            <a:ext cx="58388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0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8846-E561-59D9-F495-CE0C1E40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B5E0-5042-D6C0-9DEE-A0DDF53D6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D93AD-ECB1-0C46-0C00-A84956F4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66" y="1933741"/>
            <a:ext cx="5688467" cy="413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1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4FA2-B992-3524-640D-2CA3C8C9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29E6-E07C-0B31-8BDB-E49607A7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can either post my textbook or google it</a:t>
            </a:r>
          </a:p>
          <a:p>
            <a:r>
              <a:rPr lang="en-US" dirty="0"/>
              <a:t>Understand what packet switching vs circuit switching is</a:t>
            </a:r>
          </a:p>
          <a:p>
            <a:r>
              <a:rPr lang="en-US" dirty="0"/>
              <a:t>Beginning of ELEC 373 Computer Networks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3701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203</Words>
  <Application>Microsoft Office PowerPoint</Application>
  <PresentationFormat>Widescreen</PresentationFormat>
  <Paragraphs>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QHPC EX 2</vt:lpstr>
      <vt:lpstr>Interconnection Networks</vt:lpstr>
      <vt:lpstr>What domains do we care about?</vt:lpstr>
      <vt:lpstr>Terminology </vt:lpstr>
      <vt:lpstr>Terminology </vt:lpstr>
      <vt:lpstr>Two most important things</vt:lpstr>
      <vt:lpstr>Direct Network Topologies</vt:lpstr>
      <vt:lpstr>Fat Tree</vt:lpstr>
      <vt:lpstr>Dragonfly Networks</vt:lpstr>
      <vt:lpstr>Dragonfly Networks</vt:lpstr>
      <vt:lpstr>Dragonfly Networks</vt:lpstr>
      <vt:lpstr>How do we connect?</vt:lpstr>
      <vt:lpstr>Crossbar</vt:lpstr>
      <vt:lpstr>Crossbar</vt:lpstr>
      <vt:lpstr>MIN Networks</vt:lpstr>
      <vt:lpstr>Butterfly Permutation</vt:lpstr>
      <vt:lpstr>Cube Permutation</vt:lpstr>
      <vt:lpstr>Baseline Permutation</vt:lpstr>
      <vt:lpstr>BMIN</vt:lpstr>
      <vt:lpstr>Clos Networks</vt:lpstr>
      <vt:lpstr>Benes Networks</vt:lpstr>
      <vt:lpstr>History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Silverberg</dc:creator>
  <cp:lastModifiedBy>Ryan Silverberg</cp:lastModifiedBy>
  <cp:revision>1</cp:revision>
  <dcterms:created xsi:type="dcterms:W3CDTF">2026-01-30T17:02:55Z</dcterms:created>
  <dcterms:modified xsi:type="dcterms:W3CDTF">2026-01-30T17:25:01Z</dcterms:modified>
</cp:coreProperties>
</file>